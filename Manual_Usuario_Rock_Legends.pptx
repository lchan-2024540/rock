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🎸 ROCK LEGENDS PORTAL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Usuario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Versión 1.0.0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457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4572000"/>
            <a:ext cx="6400800" cy="457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Guía completa para navegar el portal de bandas legendarias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📋 Contenido del Manual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288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0000"/>
                </a:solidFill>
              </a:rPr>
              <a:t>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Introducción al Portal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0000"/>
                </a:solidFill>
              </a:rPr>
              <a:t>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Acceso al Sistema (Login)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0000"/>
                </a:solidFill>
              </a:rPr>
              <a:t>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29260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Navegación Principal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4747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0000"/>
                </a:solidFill>
              </a:rPr>
              <a:t>⚡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Explorar Bandas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40233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0000"/>
                </a:solidFill>
              </a:rPr>
              <a:t>⚡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Escuchar Canciones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0000"/>
                </a:solidFill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4572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Cerrar Sesión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120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0000"/>
                </a:solidFill>
              </a:rPr>
              <a:t>⚡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5120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Soporte y Contacto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1. Introducción al Portal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¿Qué es Rock Legends Portal?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Rock Legends Portal es un sitio web dedicado a las bandas de rock y metal más icónicas de la historia. Aquí podrás:
</a:t>
            </a:r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• </a:t>
            </a:r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Explorar 9 bandas legendarias
</a:t>
            </a:r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• </a:t>
            </a:r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Conocer su historia y miembros
</a:t>
            </a:r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• </a:t>
            </a:r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Descubrir su discografía
</a:t>
            </a:r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• </a:t>
            </a:r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Escuchar sus mejores canciones en YouTube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371600" y="5029200"/>
            <a:ext cx="6400800" cy="914400"/>
          </a:xfrm>
          <a:prstGeom prst="rect">
            <a:avLst/>
          </a:prstGeom>
          <a:solidFill>
            <a:srgbClr val="8B0000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5212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No requiere instalación ni registro complejo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2. Acceso al Sistema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1: Abrir el Login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Abre el archivo login.html en tu navegador web favorito (Chrome, Firefox, Edge, Safari).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2: Ingresar Credenciales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828800" y="3474720"/>
            <a:ext cx="5486400" cy="1188720"/>
          </a:xfrm>
          <a:prstGeom prst="rect">
            <a:avLst/>
          </a:prstGeom>
          <a:solidFill>
            <a:srgbClr val="8B0000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CREDENCIALES DE ACCESO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40233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Usuario: rock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Contraseña: metal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50292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3: Hacer clic en el botón 'ENTRAR'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31520" y="5486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FFFFFF"/>
                </a:solidFill>
              </a:rPr>
              <a:t>Si las credenciales son correctas, serás redirigido automáticamente al portal principal.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3. Navegación Principal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El Portal Principal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dentro, verás: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822960"/>
          </a:xfrm>
          <a:prstGeom prst="rect">
            <a:avLst/>
          </a:prstGeom>
          <a:solidFill>
            <a:srgbClr val="8B0000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8803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🎸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283464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315468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del portal y botón de cerrar sesión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749040"/>
            <a:ext cx="7315200" cy="822960"/>
          </a:xfrm>
          <a:prstGeom prst="rect">
            <a:avLst/>
          </a:prstGeom>
          <a:solidFill>
            <a:srgbClr val="8B0000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🎭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828800" y="384048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de Bandas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28800" y="416052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tarjetas con información de cada banda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4754880"/>
            <a:ext cx="7315200" cy="822960"/>
          </a:xfrm>
          <a:prstGeom prst="rect">
            <a:avLst/>
          </a:prstGeom>
          <a:solidFill>
            <a:srgbClr val="8B0000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4892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828800" y="484632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Botones 'Ver más'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828800" y="516636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la página completa de cada banda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4. Bandas Disponibles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Explora 9 Bandas Legendarias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Slipknot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514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Metal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Nirvana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5146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Metallica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3063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Thrash Metal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834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🎸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28346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306324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Metal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of a Down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611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Metal Alternativo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3832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🎸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1208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Linkin Park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12080" y="361188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Metal / Rock Alt.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3931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Limp Bizkit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97280" y="41605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 Metal / Rap Metal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🎸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12080" y="39319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Gorillaz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12080" y="416052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Alt. / Art Pop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480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0000"/>
                </a:solidFill>
              </a:rPr>
              <a:t>🎸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44805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Rammstein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97280" y="47091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Metal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5. Explorar una Banda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Contenido de cada Página de Banda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371600" y="2286000"/>
            <a:ext cx="64008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3317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Logo oficial de la banda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2880360"/>
            <a:ext cx="64008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9260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Historia y biografía completa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64008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5204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🎤 Información de los miembros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4069080"/>
            <a:ext cx="64008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4114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💿 Discografía destacada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371600" y="4663440"/>
            <a:ext cx="64008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4709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Logros y premios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5257800"/>
            <a:ext cx="6400800" cy="457200"/>
          </a:xfrm>
          <a:prstGeom prst="rect">
            <a:avLst/>
          </a:prstGeom>
          <a:solidFill>
            <a:srgbClr val="8B0000"/>
          </a:solidFill>
          <a:ln w="12700">
            <a:solidFill>
              <a:srgbClr val="FF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530352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🎵 5 canciones populares con links a YouTube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6. Escuchar Canciones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Cómo Reproducir las Canciones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097280" y="2377440"/>
            <a:ext cx="457200" cy="4572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737360" y="242316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Desplázate hasta la sección '🎵 Canciones Más Populares'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3017520"/>
            <a:ext cx="457200" cy="4572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306324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Encontrarás 5 canciones icónicas de la banda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737360" y="370332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clic en cualquier canción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4297680"/>
            <a:ext cx="457200" cy="4572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43434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abrirá YouTube en una nueva pestaña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97280" y="4937760"/>
            <a:ext cx="457200" cy="4572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09728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737360" y="498348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¡Disfruta de la música!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71600" y="5486400"/>
            <a:ext cx="6400800" cy="640080"/>
          </a:xfrm>
          <a:prstGeom prst="rect">
            <a:avLst/>
          </a:prstGeom>
          <a:solidFill>
            <a:srgbClr val="8B0000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56235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Nota: Necesitas conexión a internet para reproducir las canciones en YouTube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7. Cerrar Sesión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Salir del Portal de Forma Segura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371600" y="2286000"/>
            <a:ext cx="6400800" cy="1097280"/>
          </a:xfrm>
          <a:prstGeom prst="rect">
            <a:avLst/>
          </a:prstGeom>
          <a:solidFill>
            <a:srgbClr val="8B0000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377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🔓 Para cerrar sesión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8346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Haz clic en el botón 'Cerrar Sesión'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esquina superior derecha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sucede al cerrar sesión?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4389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Serás redirigido automáticamente al login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4846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Tu sesión se eliminará de forma segura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5303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Necesitarás ingresar credenciales nuevamente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8. Soporte y Contacto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8288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FF0000"/>
                </a:solidFill>
              </a:rPr>
              <a:t>¿Necesitas Ayuda?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7315200" cy="2011680"/>
          </a:xfrm>
          <a:prstGeom prst="rect">
            <a:avLst/>
          </a:prstGeom>
          <a:solidFill>
            <a:srgbClr val="8B0000"/>
          </a:solidFill>
          <a:ln w="25400">
            <a:solidFill>
              <a:srgbClr val="FF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3774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Problemas Comunes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83464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puedo iniciar sesión: Verifica que uses 'rock' y 'metal'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20040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Las canciones no se reproducen: Revisa tu conexión a internet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356616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Los logos no cargan: Es normal, son enlaces externos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931920"/>
            <a:ext cx="6583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Página en blanco: Asegúrate de tener todos los archivos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Requisitos Técnicos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Navegador moderno (Chrome, Firefox, Edge, Safari)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Conexión a internet para reproducir canciones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Todos los archivos HTML, CSS y JS en la misma carpeta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🎸 ¡Rock On!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Disfruta explorando las leyendas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rock y metal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828800" y="4114800"/>
            <a:ext cx="5486400" cy="914400"/>
          </a:xfrm>
          <a:prstGeom prst="rect">
            <a:avLst/>
          </a:prstGeom>
          <a:solidFill>
            <a:srgbClr val="8B0000"/>
          </a:solidFill>
          <a:ln w="38100">
            <a:solidFill>
              <a:srgbClr val="FF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 por usar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Rock Legends Portal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🤘 Hecho con ❤️ para los amantes del rock y metal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1371600"/>
            <a:ext cx="6400800" cy="4572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5486400"/>
            <a:ext cx="6400800" cy="45720"/>
          </a:xfrm>
          <a:prstGeom prst="rect">
            <a:avLst/>
          </a:prstGeom>
          <a:solidFill>
            <a:srgbClr val="FF000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2026-03-02T04:37:37Z</dcterms:created>
  <dcterms:modified xsi:type="dcterms:W3CDTF">2026-03-02T04:37:37Z</dcterms:modified>
</cp:coreProperties>
</file>